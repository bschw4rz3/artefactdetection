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55D9-DD39-4329-A8BF-E925D1670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B5454-1F26-AED1-A369-BA9D93250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F79F3-8F4C-B1E2-ABDB-ED630AE9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77464-8DE9-9210-E143-ECF5E8A65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62E7C-5EE2-2F8E-1140-5D68246B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137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EDB8-99C1-DE31-BC36-B5E7DF52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F59B-1382-DA22-6B1E-19BF8A670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B003D-3B52-4E40-9573-C5ED9AC26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AEC5B-3136-DA34-1333-E7C47ABD0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DED4F-0B08-4BCF-33D1-0EEDA00F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44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AAC3-63F1-A22B-A6B6-75B6796A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E7D5B-4EF0-48CC-3049-BFE091E04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FEC37-77E5-2293-549A-37FAA6DCF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69EE-AB3D-4CB8-F1C6-1C431B83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A8-766F-FA05-38D0-0B367F00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100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9E4C-2EC5-B305-42A8-91806202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867B6-D545-0F69-561E-F4993DCC8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A1769-B9C6-D645-7615-B124F7E0D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629C0-F6CF-AFC3-9928-4FB9028F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38D6E-4F90-1FE6-D4AB-63A76FED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DEB2D-57CF-1DC5-92C7-D354A36C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70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DCDE-B4CB-AA53-0B90-B3876C9E9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8E133-548C-549A-8DF5-C5E292821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C2BA9-032F-C8D7-33EC-C2B0E10CF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DB715-367C-99C3-6CED-5A69D811B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C678D-C929-769D-5A70-4C0CA830B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A69CF4-371C-ED54-5CC3-40E55715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2A06D-E09D-C8CC-A852-83E02B67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5E2BF4-F918-B03D-CB81-89F3151F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25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41CE-4FBF-56F1-B7B3-F81BE37F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F3BDE-12D2-87F1-BE63-861D5777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054D0-D75D-086C-B95C-FCF5EC7A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9C247-8A55-980E-75F6-DD994F66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063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C3CC5B-2129-6895-A176-19893893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E9CEF-3968-DC98-AF45-1DAE4681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2527A-4180-DCD1-05E1-D4CF570C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8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B876-2028-BBC8-033F-1017B900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7A2B5-C0A1-0E75-A383-656EE08DD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F1A8B-3DD5-BBA2-8B88-4C2463996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48E9F-1139-7939-3FFE-10C80FAB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CAC53-7451-D22B-6046-0BC155BD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806E6-5E32-764D-C509-5542DF6A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871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9B9D-A8CA-85EB-EBE6-4F2AD891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DB505-0A2A-6192-AAED-D266F8595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93DD9-7A9A-42B3-2B7E-FDAA6B562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7368F-EEA0-F0A3-4F22-E832D2651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0064D-3EE2-02E6-D8FB-B5B7CD19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0C972-B9BB-C466-7CF8-72FC39A9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292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035D-3052-8E49-4FDD-A1E6DA48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0C1F9-7688-1C33-082C-6FEC4BA5B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F094A-3C12-0DB0-4B38-AC4298FF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C489E-B492-0F8E-F21C-208D279B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38916-01CE-341B-7412-387767CC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8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A5DE3-4975-46E5-493D-846A61CE1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FF42E-C31A-0FC3-4FDA-4448BE314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15F8-2AF1-5F17-17BB-7B95C61D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9FF9E-2A9F-FD8F-B1B0-90759646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09A04-810E-0661-60D4-55B3E972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65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F51A2-978A-D934-1FDB-1A04513E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36900-787F-5479-2903-29DC9CD83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82CB-5407-908C-08D9-698F64E86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FD353-EDEF-4D81-AFF5-B665E60E6E2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46B11-4D92-8D5F-4E42-509D9CC17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DC605-F8DE-0E68-7770-CEEF525B1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D73E0-05D6-46E1-9ACB-0FCA6E5E12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9969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B7728B-97A9-4E4C-3792-0308832D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2064857" cy="1896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2A8883-3076-6B51-D504-FD202F7A745A}"/>
              </a:ext>
            </a:extLst>
          </p:cNvPr>
          <p:cNvSpPr txBox="1"/>
          <p:nvPr/>
        </p:nvSpPr>
        <p:spPr>
          <a:xfrm>
            <a:off x="444770" y="1838504"/>
            <a:ext cx="1508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Grayscale</a:t>
            </a:r>
            <a:r>
              <a:rPr lang="de-DE" sz="1200" dirty="0"/>
              <a:t> </a:t>
            </a:r>
            <a:r>
              <a:rPr lang="de-DE" sz="1200" dirty="0" err="1"/>
              <a:t>based</a:t>
            </a:r>
            <a:r>
              <a:rPr lang="de-DE" sz="1200" dirty="0"/>
              <a:t>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3C5FE-084C-34C8-F529-FD92BF112EA6}"/>
              </a:ext>
            </a:extLst>
          </p:cNvPr>
          <p:cNvSpPr txBox="1"/>
          <p:nvPr/>
        </p:nvSpPr>
        <p:spPr>
          <a:xfrm>
            <a:off x="2429743" y="1908181"/>
            <a:ext cx="952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Geometric</a:t>
            </a:r>
            <a:r>
              <a:rPr lang="de-DE" sz="1200" dirty="0"/>
              <a:t> feature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52911F-1A85-4E32-CA8D-2123E8798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416" y="0"/>
            <a:ext cx="2005934" cy="19568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EAD104-E322-9B17-2FC2-7074EE2D0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350" y="67620"/>
            <a:ext cx="2111684" cy="18413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FE82F2-5F58-04B6-EBCA-71B6EE5921AC}"/>
              </a:ext>
            </a:extLst>
          </p:cNvPr>
          <p:cNvSpPr txBox="1"/>
          <p:nvPr/>
        </p:nvSpPr>
        <p:spPr>
          <a:xfrm>
            <a:off x="4393622" y="1848996"/>
            <a:ext cx="1173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Fourier </a:t>
            </a:r>
            <a:r>
              <a:rPr lang="de-DE" sz="1200" dirty="0" err="1"/>
              <a:t>shape</a:t>
            </a:r>
            <a:r>
              <a:rPr lang="de-DE" sz="1200" dirty="0"/>
              <a:t> </a:t>
            </a:r>
            <a:r>
              <a:rPr lang="de-DE" sz="1200" dirty="0" err="1"/>
              <a:t>descriptors</a:t>
            </a:r>
            <a:endParaRPr lang="de-DE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DAC0A5-F1ED-0B5A-BE27-610B10EAC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284" y="57510"/>
            <a:ext cx="2024525" cy="18615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473D49-132B-A88E-0293-53EFE44AD884}"/>
              </a:ext>
            </a:extLst>
          </p:cNvPr>
          <p:cNvSpPr txBox="1"/>
          <p:nvPr/>
        </p:nvSpPr>
        <p:spPr>
          <a:xfrm>
            <a:off x="6475634" y="1875649"/>
            <a:ext cx="1036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Hu invariant </a:t>
            </a:r>
            <a:r>
              <a:rPr lang="de-DE" sz="1200" dirty="0" err="1"/>
              <a:t>moment</a:t>
            </a:r>
            <a:endParaRPr lang="de-DE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C5E8EFD-6E87-4849-5485-10222C92D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059" y="15353"/>
            <a:ext cx="2111684" cy="19568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4D65651-C23B-71C2-82AE-44A1FF98D9F8}"/>
              </a:ext>
            </a:extLst>
          </p:cNvPr>
          <p:cNvSpPr txBox="1"/>
          <p:nvPr/>
        </p:nvSpPr>
        <p:spPr>
          <a:xfrm>
            <a:off x="8174867" y="1898049"/>
            <a:ext cx="1587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Statistical features for shape distance</a:t>
            </a:r>
            <a:endParaRPr lang="de-DE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85B06A1-E544-2F04-702E-B01ADABBDB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2134" y="31355"/>
            <a:ext cx="2024525" cy="19458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97B01BA-562C-AF99-0297-05A85FCF32FB}"/>
              </a:ext>
            </a:extLst>
          </p:cNvPr>
          <p:cNvSpPr txBox="1"/>
          <p:nvPr/>
        </p:nvSpPr>
        <p:spPr>
          <a:xfrm>
            <a:off x="10241217" y="1941328"/>
            <a:ext cx="1537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Local</a:t>
            </a:r>
            <a:r>
              <a:rPr lang="de-DE" sz="1200" dirty="0"/>
              <a:t> </a:t>
            </a:r>
            <a:r>
              <a:rPr lang="de-DE" sz="1200" dirty="0" err="1"/>
              <a:t>binary</a:t>
            </a:r>
            <a:r>
              <a:rPr lang="de-DE" sz="1200" dirty="0"/>
              <a:t> </a:t>
            </a:r>
            <a:r>
              <a:rPr lang="de-DE" sz="1200" dirty="0" err="1"/>
              <a:t>pattern</a:t>
            </a:r>
            <a:endParaRPr lang="de-DE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F5F727D-6000-977B-71CB-F1BBABBFCA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4" y="2363017"/>
            <a:ext cx="1917181" cy="18504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11F6A15-B15D-D1D1-4369-2AEBC7603A10}"/>
              </a:ext>
            </a:extLst>
          </p:cNvPr>
          <p:cNvSpPr txBox="1"/>
          <p:nvPr/>
        </p:nvSpPr>
        <p:spPr>
          <a:xfrm>
            <a:off x="364661" y="4130561"/>
            <a:ext cx="140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Completed</a:t>
            </a:r>
            <a:r>
              <a:rPr lang="de-DE" sz="1200" dirty="0"/>
              <a:t> </a:t>
            </a:r>
            <a:r>
              <a:rPr lang="de-DE" sz="1200" dirty="0" err="1"/>
              <a:t>local</a:t>
            </a:r>
            <a:r>
              <a:rPr lang="de-DE" sz="1200" dirty="0"/>
              <a:t> </a:t>
            </a:r>
            <a:r>
              <a:rPr lang="de-DE" sz="1200" dirty="0" err="1"/>
              <a:t>binary</a:t>
            </a:r>
            <a:r>
              <a:rPr lang="de-DE" sz="1200" dirty="0"/>
              <a:t> </a:t>
            </a:r>
            <a:r>
              <a:rPr lang="de-DE" sz="1200" dirty="0" err="1"/>
              <a:t>pattern</a:t>
            </a:r>
            <a:endParaRPr lang="de-DE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FCCB3AA-4CAD-14FC-F7DD-2EF7980226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5698" y="2415618"/>
            <a:ext cx="2037032" cy="184231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5C6ED2A-3B07-04A3-97F2-319D68AC1F26}"/>
              </a:ext>
            </a:extLst>
          </p:cNvPr>
          <p:cNvSpPr txBox="1"/>
          <p:nvPr/>
        </p:nvSpPr>
        <p:spPr>
          <a:xfrm>
            <a:off x="2262333" y="4166826"/>
            <a:ext cx="1707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Gray-Level Co-</a:t>
            </a:r>
            <a:r>
              <a:rPr lang="de-DE" sz="1200" dirty="0" err="1"/>
              <a:t>Occurrence</a:t>
            </a:r>
            <a:r>
              <a:rPr lang="de-DE" sz="1200" dirty="0"/>
              <a:t> Matrix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449FB70-A467-6462-EA12-A2451CB3B5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7113" y="2367710"/>
            <a:ext cx="2077939" cy="19566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63C2254-11C5-5128-7D82-4B29AE00BA3B}"/>
              </a:ext>
            </a:extLst>
          </p:cNvPr>
          <p:cNvSpPr txBox="1"/>
          <p:nvPr/>
        </p:nvSpPr>
        <p:spPr>
          <a:xfrm>
            <a:off x="4294660" y="4213488"/>
            <a:ext cx="1455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Histogram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Oriented</a:t>
            </a:r>
            <a:r>
              <a:rPr lang="de-DE" sz="1200" dirty="0"/>
              <a:t> </a:t>
            </a:r>
            <a:r>
              <a:rPr lang="de-DE" sz="1200" dirty="0" err="1"/>
              <a:t>Gradients</a:t>
            </a:r>
            <a:endParaRPr lang="de-DE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B47CF6-5CF2-ECAF-87F7-6308BC20D49F}"/>
              </a:ext>
            </a:extLst>
          </p:cNvPr>
          <p:cNvSpPr txBox="1"/>
          <p:nvPr/>
        </p:nvSpPr>
        <p:spPr>
          <a:xfrm>
            <a:off x="6249814" y="4238445"/>
            <a:ext cx="1442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Fourier </a:t>
            </a:r>
            <a:r>
              <a:rPr lang="de-DE" sz="1200" dirty="0" err="1"/>
              <a:t>Descriptor</a:t>
            </a:r>
            <a:endParaRPr lang="de-DE" sz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E98A50B-6469-D7FD-9F2C-86FF9DBDDE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2059" y="2364139"/>
            <a:ext cx="2187145" cy="196378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C459007-052C-64DF-00C4-87A74DC04D23}"/>
              </a:ext>
            </a:extLst>
          </p:cNvPr>
          <p:cNvSpPr txBox="1"/>
          <p:nvPr/>
        </p:nvSpPr>
        <p:spPr>
          <a:xfrm>
            <a:off x="8476142" y="4242342"/>
            <a:ext cx="115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Gabor </a:t>
            </a:r>
            <a:r>
              <a:rPr lang="de-DE" sz="1200" dirty="0" err="1"/>
              <a:t>filter</a:t>
            </a:r>
            <a:endParaRPr lang="de-DE" sz="12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71634B0-4499-194D-8169-B270F24BC5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7206" y="2432469"/>
            <a:ext cx="2013261" cy="184499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64E37FB-29FB-D0CA-0C3A-920D31AEEB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551614"/>
            <a:ext cx="2111684" cy="200808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5034AFA-0825-F0C1-E2CF-CC585EDF7FA1}"/>
              </a:ext>
            </a:extLst>
          </p:cNvPr>
          <p:cNvSpPr txBox="1"/>
          <p:nvPr/>
        </p:nvSpPr>
        <p:spPr>
          <a:xfrm>
            <a:off x="608084" y="6495429"/>
            <a:ext cx="1225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Haar Wavelet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9E0DA67-5EEC-AB05-99A8-EF386E814DC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11684" y="4650531"/>
            <a:ext cx="1947140" cy="177819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021B7CE-0FB1-EB3D-0871-597042553ED4}"/>
              </a:ext>
            </a:extLst>
          </p:cNvPr>
          <p:cNvSpPr txBox="1"/>
          <p:nvPr/>
        </p:nvSpPr>
        <p:spPr>
          <a:xfrm>
            <a:off x="2594336" y="6396335"/>
            <a:ext cx="1146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Daubechies</a:t>
            </a:r>
            <a:r>
              <a:rPr lang="de-DE" sz="1200" dirty="0"/>
              <a:t> 2</a:t>
            </a:r>
            <a:br>
              <a:rPr lang="de-DE" sz="1200" dirty="0"/>
            </a:br>
            <a:r>
              <a:rPr lang="de-DE" sz="1200" dirty="0"/>
              <a:t>Wavelet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9744100-E885-6FEC-7E1E-A3D392C0C0E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78942" y="4661740"/>
            <a:ext cx="1995574" cy="185105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8F29729-3E1C-D347-D10F-DA66062690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26993" y="4650531"/>
            <a:ext cx="2077939" cy="1903987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5A1C277-140C-D4AF-3E12-DB544292D9AE}"/>
              </a:ext>
            </a:extLst>
          </p:cNvPr>
          <p:cNvSpPr txBox="1"/>
          <p:nvPr/>
        </p:nvSpPr>
        <p:spPr>
          <a:xfrm>
            <a:off x="6500469" y="6507701"/>
            <a:ext cx="1225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Morlet</a:t>
            </a:r>
            <a:r>
              <a:rPr lang="de-DE" sz="1200" dirty="0"/>
              <a:t> Wavelet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7D7375F-2E5A-D6C6-947E-C6BFFEA4563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69588" y="3165501"/>
            <a:ext cx="2049330" cy="310868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BC659D8-EA43-C231-FAC0-D1B4C899D810}"/>
              </a:ext>
            </a:extLst>
          </p:cNvPr>
          <p:cNvSpPr txBox="1"/>
          <p:nvPr/>
        </p:nvSpPr>
        <p:spPr>
          <a:xfrm>
            <a:off x="10421802" y="6301235"/>
            <a:ext cx="1225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Bior</a:t>
            </a:r>
            <a:r>
              <a:rPr lang="de-DE" sz="1200" dirty="0"/>
              <a:t> Wavelet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2E52EA-4746-88BD-D5CD-EDFC4BE709D5}"/>
              </a:ext>
            </a:extLst>
          </p:cNvPr>
          <p:cNvSpPr txBox="1"/>
          <p:nvPr/>
        </p:nvSpPr>
        <p:spPr>
          <a:xfrm>
            <a:off x="4488673" y="6427325"/>
            <a:ext cx="1146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Daubechies</a:t>
            </a:r>
            <a:r>
              <a:rPr lang="de-DE" sz="1200" dirty="0"/>
              <a:t> 4</a:t>
            </a:r>
            <a:br>
              <a:rPr lang="de-DE" sz="1200" dirty="0"/>
            </a:br>
            <a:r>
              <a:rPr lang="de-DE" sz="1200" dirty="0"/>
              <a:t>Wavelet</a:t>
            </a:r>
          </a:p>
        </p:txBody>
      </p:sp>
    </p:spTree>
    <p:extLst>
      <p:ext uri="{BB962C8B-B14F-4D97-AF65-F5344CB8AC3E}">
        <p14:creationId xmlns:p14="http://schemas.microsoft.com/office/powerpoint/2010/main" val="380490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Björn Schwarze</dc:creator>
  <cp:lastModifiedBy>Björn Schwarze</cp:lastModifiedBy>
  <cp:revision>12</cp:revision>
  <dcterms:created xsi:type="dcterms:W3CDTF">2025-02-09T10:01:23Z</dcterms:created>
  <dcterms:modified xsi:type="dcterms:W3CDTF">2025-02-10T11:44:05Z</dcterms:modified>
</cp:coreProperties>
</file>